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0932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Inventory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07903"/>
            <a:ext cx="4722763" cy="122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 Programming Project — B.Tech First Year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2B4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Jitesh, Khush, Khushi, Kiran, Keerty, Koshal, Krishna, Kshitiz, Latika, Mahi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Department of Computer Science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 K Birla Institute of Engineering &amp; Technology, Pilani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677317"/>
            <a:ext cx="1270918" cy="215354"/>
          </a:xfrm>
          <a:prstGeom prst="roundRect">
            <a:avLst>
              <a:gd name="adj" fmla="val 47398"/>
            </a:avLst>
          </a:prstGeom>
          <a:solidFill>
            <a:srgbClr val="FFCCD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719807"/>
            <a:ext cx="15580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OBJECTIVE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94937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Are We Building?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160496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menu-driven C application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maintains stock information efficiently — enabling users to add, search, update, delete, and report on products, with all data stored permanently in files.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444874"/>
            <a:ext cx="2290465" cy="1053182"/>
          </a:xfrm>
          <a:prstGeom prst="roundRect">
            <a:avLst>
              <a:gd name="adj" fmla="val 12115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2640" y="2591395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Efficient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2897907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organised product management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8342" y="2444874"/>
            <a:ext cx="2290539" cy="1053182"/>
          </a:xfrm>
          <a:prstGeom prst="roundRect">
            <a:avLst>
              <a:gd name="adj" fmla="val 12115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74863" y="2591395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Persistent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074863" y="2897907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saved permanently to files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639815"/>
            <a:ext cx="4722763" cy="826368"/>
          </a:xfrm>
          <a:prstGeom prst="roundRect">
            <a:avLst>
              <a:gd name="adj" fmla="val 1544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2640" y="3786336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Interactive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640" y="409284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Menu-driven, user-friendly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84584"/>
            <a:ext cx="1198587" cy="195114"/>
          </a:xfrm>
          <a:prstGeom prst="roundRect">
            <a:avLst>
              <a:gd name="adj" fmla="val 47410"/>
            </a:avLst>
          </a:prstGeom>
          <a:noFill/>
          <a:ln w="4763">
            <a:solidFill>
              <a:srgbClr val="FFC7C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3137" y="523056"/>
            <a:ext cx="1501750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726207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Manual Inventory Fails</a:t>
            </a:r>
            <a:endParaRPr lang="en-US" sz="2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2246"/>
            <a:ext cx="4722763" cy="75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5995" y="1444972"/>
            <a:ext cx="43801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Difficult to Manage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95995" y="1715467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Tracking hundreds of products manually is error-prone and unsustainable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70509"/>
            <a:ext cx="4722763" cy="751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5995" y="2313236"/>
            <a:ext cx="43801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Time-Consuming Search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95995" y="2583731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Finding a specific product record takes significant manual effort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38773"/>
            <a:ext cx="4722763" cy="751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5995" y="3181499"/>
            <a:ext cx="43801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Human Errors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95995" y="3451994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Miscalculations in stock counts lead to costly discrepancies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07036"/>
            <a:ext cx="4722763" cy="751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995" y="4049762"/>
            <a:ext cx="43801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Poor Stock Tracking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695995" y="4320257"/>
            <a:ext cx="43801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real-time visibility into current inventory levels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5331"/>
            <a:ext cx="1026468" cy="215354"/>
          </a:xfrm>
          <a:prstGeom prst="roundRect">
            <a:avLst>
              <a:gd name="adj" fmla="val 47398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87822"/>
            <a:ext cx="131355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173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the System Can Do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72977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13367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Add Product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44018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 new items with ID, name, price, and quantity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672977"/>
            <a:ext cx="283518" cy="283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13367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Update Quantity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244018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Modify stock levels for existing products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672977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13367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Search Product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244018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Locate any product instantly by ID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77332"/>
            <a:ext cx="283518" cy="283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63802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Delete Product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96119" y="394454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discontinued items from the inventory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177332"/>
            <a:ext cx="283518" cy="283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72433" y="363802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Stock Report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272433" y="394454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 a complete summary of all products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55947" cy="110951"/>
          </a:xfrm>
          <a:prstGeom prst="roundRect">
            <a:avLst>
              <a:gd name="adj" fmla="val 47436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39948" y="411733"/>
            <a:ext cx="925488" cy="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 LOGIC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15838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Main Algorithm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800770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2928278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Repeat Until Exit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2928278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Execute Operation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04291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Read Choice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04291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Display Menu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04291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3804047"/>
            <a:ext cx="860896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program runs in a continuous loop, presenting the menu after each operation until the user selects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Exit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52726"/>
            <a:ext cx="2692152" cy="3905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6818" y="4017541"/>
            <a:ext cx="248885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Add Product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16818" y="4154314"/>
            <a:ext cx="248885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ID, Name, Price, Quantity → Store in file → Display success</a:t>
            </a:r>
            <a:endParaRPr lang="en-US" sz="5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5924" y="3952726"/>
            <a:ext cx="2692152" cy="3905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46624" y="4017541"/>
            <a:ext cx="248885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Search Product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3346624" y="4154314"/>
            <a:ext cx="248885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 Product ID → Search file → Display details or "Not Found"</a:t>
            </a:r>
            <a:endParaRPr lang="en-US" sz="5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5729" y="3952726"/>
            <a:ext cx="2692152" cy="3905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76429" y="4017541"/>
            <a:ext cx="248885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Update Quantity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6076429" y="4154314"/>
            <a:ext cx="248885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 Product ID → Search → Enter new quantity → Update file</a:t>
            </a:r>
            <a:endParaRPr lang="en-US" sz="5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380905"/>
            <a:ext cx="2692152" cy="3905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6818" y="4445719"/>
            <a:ext cx="248885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Delete Product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616818" y="4582492"/>
            <a:ext cx="248885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 Product ID → Search → Delete record → Save remaining records</a:t>
            </a:r>
            <a:endParaRPr lang="en-US" sz="5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25924" y="4380905"/>
            <a:ext cx="2692152" cy="3905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46624" y="4445719"/>
            <a:ext cx="248885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Stock Report</a:t>
            </a:r>
            <a:endParaRPr lang="en-US" sz="700" dirty="0"/>
          </a:p>
        </p:txBody>
      </p:sp>
      <p:sp>
        <p:nvSpPr>
          <p:cNvPr id="26" name="Text 18"/>
          <p:cNvSpPr/>
          <p:nvPr/>
        </p:nvSpPr>
        <p:spPr>
          <a:xfrm>
            <a:off x="3346624" y="4582492"/>
            <a:ext cx="248885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all records → Display all products with details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19472" cy="107603"/>
          </a:xfrm>
          <a:prstGeom prst="roundRect">
            <a:avLst>
              <a:gd name="adj" fmla="val 47430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9169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FLOWCHART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Main Program Flow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6185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9407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flowchart illustrates the continuous menu loop. Each operation branches from a central decision diamond and returns control to the menu, except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Exit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which terminates the program.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51321" cy="107603"/>
          </a:xfrm>
          <a:prstGeom prst="roundRect">
            <a:avLst>
              <a:gd name="adj" fmla="val 47430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2354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FLOWCHARTS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Add &amp; Search Product Flowcharts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489503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Add Product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collects product details and writes them to file.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Search Product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reads the file and uses a decision branch to display either the product record or a "Not Found" message.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51321" cy="107603"/>
          </a:xfrm>
          <a:prstGeom prst="roundRect">
            <a:avLst>
              <a:gd name="adj" fmla="val 47430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2354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FLOWCHARTS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Update, Delete &amp; Stock Report Flowcharts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489503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Update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Delete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both search for the product ID first, then proceed only if found.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Stock Report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simply reads and displays all records sequentially.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47762" cy="107603"/>
          </a:xfrm>
          <a:prstGeom prst="roundRect">
            <a:avLst>
              <a:gd name="adj" fmla="val 47430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91998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 Programming Concepts Used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693119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integrates core C concepts into a cohesive, modular application. Each concept plays a distinct role — from storing product data in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structures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persisting records via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file handling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routing user choices through 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switch-case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menu.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96119" y="4895031"/>
            <a:ext cx="8151763" cy="737071"/>
          </a:xfrm>
          <a:prstGeom prst="roundRect">
            <a:avLst>
              <a:gd name="adj" fmla="val 8655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492621" y="4895031"/>
            <a:ext cx="8158758" cy="737071"/>
          </a:xfrm>
          <a:prstGeom prst="roundRect">
            <a:avLst>
              <a:gd name="adj" fmla="val 1443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581174" y="4965874"/>
            <a:ext cx="798165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Product {
 int id;
 char name[50];
 float price;
 int qty;
};
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37108"/>
            <a:ext cx="661615" cy="201885"/>
          </a:xfrm>
          <a:prstGeom prst="roundRect">
            <a:avLst>
              <a:gd name="adj" fmla="val 47400"/>
            </a:avLst>
          </a:prstGeom>
          <a:solidFill>
            <a:srgbClr val="FFCCD1"/>
          </a:solidFill>
          <a:ln/>
        </p:spPr>
      </p:sp>
      <p:sp>
        <p:nvSpPr>
          <p:cNvPr id="4" name="Text 1"/>
          <p:cNvSpPr/>
          <p:nvPr/>
        </p:nvSpPr>
        <p:spPr>
          <a:xfrm>
            <a:off x="575816" y="476920"/>
            <a:ext cx="959421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688777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96119" y="1290935"/>
            <a:ext cx="2299097" cy="969690"/>
          </a:xfrm>
          <a:prstGeom prst="roundRect">
            <a:avLst>
              <a:gd name="adj" fmla="val 12335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3785" y="1428601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3785" y="1711003"/>
            <a:ext cx="20237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Create, Read, Update, Delete functionality for product records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9785" y="1290935"/>
            <a:ext cx="2299097" cy="969690"/>
          </a:xfrm>
          <a:prstGeom prst="roundRect">
            <a:avLst>
              <a:gd name="adj" fmla="val 12335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057451" y="1428601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File Persistence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57451" y="1711003"/>
            <a:ext cx="20237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retained across sessions using file handling in 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6119" y="2385194"/>
            <a:ext cx="4722763" cy="763712"/>
          </a:xfrm>
          <a:prstGeom prst="roundRect">
            <a:avLst>
              <a:gd name="adj" fmla="val 15662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3785" y="2522860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User-Friendly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3785" y="2805261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menu-driven interface, easy to navigate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6119" y="3289027"/>
            <a:ext cx="14288" cy="898178"/>
          </a:xfrm>
          <a:prstGeom prst="roundRect">
            <a:avLst>
              <a:gd name="adj" fmla="val 59998"/>
            </a:avLst>
          </a:prstGeom>
          <a:solidFill>
            <a:srgbClr val="FFC7CD"/>
          </a:solidFill>
          <a:ln/>
        </p:spPr>
      </p:sp>
      <p:sp>
        <p:nvSpPr>
          <p:cNvPr id="16" name="Text 13"/>
          <p:cNvSpPr/>
          <p:nvPr/>
        </p:nvSpPr>
        <p:spPr>
          <a:xfrm>
            <a:off x="695474" y="3429149"/>
            <a:ext cx="4523408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demonstrates practical application of C programming to solve a real-world inventory management problem — efficiently and reliably.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6119" y="4374059"/>
            <a:ext cx="4722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B42D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2026-07-10T17:49:25Z</dcterms:created>
  <dcterms:modified xsi:type="dcterms:W3CDTF">2026-07-10T17:49:25Z</dcterms:modified>
</cp:coreProperties>
</file>